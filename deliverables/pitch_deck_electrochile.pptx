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Health Check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competitivo y plan de acción 90 días para ElectroChile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MercadoLibre Chile · Audio + Computación · Mayo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Pradenas · Data Analyst Pricing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en un número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de precio mínimo de ElectroChile, últimos 30 días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tus 7 productos best-seller capturan el precio más bajo del catálogo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3776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esto?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20116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tus 7 productos del catálogo MELI, eres el seller más caro o de los más caros.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Cobrás 165% más en promedio que el competidor más barato del mismo producto.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4 productos hay 11+ sellers cobrando menos.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Health Check · ElectroChile · MercadoLibre Chile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hallazgos del diagnóstico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sobre 348 ofertas, 53 productos best-seller, 214 sellers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377440" cy="3291840"/>
          </a:xfrm>
          <a:prstGeom prst="rect">
            <a:avLst/>
          </a:prstGeom>
          <a:solidFill>
            <a:srgbClr val="FAF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brutal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caro en promedio que el competidor más barato del mismo SKU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377440" cy="3291840"/>
          </a:xfrm>
          <a:prstGeom prst="rect">
            <a:avLst/>
          </a:prstGeom>
          <a:solidFill>
            <a:srgbClr val="FAF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no Full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6616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566160" y="33375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en self-shipping (xd_drop_off), donde el win rate es solo 3%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280160"/>
            <a:ext cx="2377440" cy="3291840"/>
          </a:xfrm>
          <a:prstGeom prst="rect">
            <a:avLst/>
          </a:prstGeom>
          <a:solidFill>
            <a:srgbClr val="FAF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premium sin retorno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gold_pro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583680" y="33375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pagas más comisión sin ganar Buy Box implícito vs gold_special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Health Check · ElectroChile · MercadoLibre Chile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7 productos vs. competencia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ElectroChile (rojo) está siempre del lado caro del rango competitivo</a:t>
            </a:r>
            <a:endParaRPr lang="en-US" sz="1300" dirty="0"/>
          </a:p>
        </p:txBody>
      </p:sp>
      <p:pic>
        <p:nvPicPr>
          <p:cNvPr id="4" name="Image 0" descr="/Users/julio/pricing-health-check-mlc/deliverables/fig_06_hero_benchm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841248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Health Check · ElectroChile · MercadoLibre Chile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pasa esto?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causas estructurales que se refuerzan entre sí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sin MELI Full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tus 7 productos usan self-shipping. Sin Full, el win rate del catálogo cae a 3%. MELI prioriza ofertas con stock en su centro de distribución.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adquisición no competitivos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competidor más barato te vende un producto idéntico a un precio que probablemente está cerca de su costo. Si compraras al mismo costo, podrías bajar 30-50% manteniendo margen.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Repricing manual sin datos competitivos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sistema que monitoree precios competidores en tiempo real, los ajustes manuales semanales llegan tarde. El catálogo MELI cambia a diario.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Health Check · ElectroChile · MercadoLibre Chile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escenarios evaluados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cuantitativa sobre 7 productos, 90 días, modelo de mercado calibrado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año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Reglas + alertas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determinístico + bot Telegram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$570k CLP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+$12.6M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Thompson Sampling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Bandits sobre 4 puntos de precio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$2.28M CLP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−$27.5M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Tool comercial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Prisync / RepricerExpress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$2.57M CLP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+$13.9M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Bandits parecía la opción más sofisticada — y destruye margen. La sofisticación correcta es saber cuándo no usar.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Health Check · ElectroChile · MercadoLibre Chile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trampa del repricing agresivo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ventas, menos margen — el caso del Escenario B</a:t>
            </a:r>
            <a:endParaRPr lang="en-US" sz="1300" dirty="0"/>
          </a:p>
        </p:txBody>
      </p:sp>
      <p:pic>
        <p:nvPicPr>
          <p:cNvPr id="4" name="Image 0" descr="/Users/julio/pricing-health-check-mlc/deliverables/fig_07_bandit_tr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841248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Bandits venden 3.8x más unidades pero generan 38% menos margen total. Antes de optimizar precios, hay que renegociar costos.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Health Check · ElectroChile · MercadoLibre Chile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Escenario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+ alertas + migración logística + tracking propio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+$12.6M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 año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neto vs status quo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total: $1.07M CLP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bajo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1280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pilares secuenciales: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Renegociar costos con proveedores en 3-5 SKUs prioritarios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24688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5 productos de self-shipping a MELI Full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310896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motor de reglas + alertas Telegram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74904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Instrumentar tracking de visitas y conversiones (GA4)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Health Check · ElectroChile · MercadoLibre Chile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90 días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pilares en paralelo después del kickoff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25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+ Reglas v1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743200" cy="2468880"/>
          </a:xfrm>
          <a:prstGeom prst="rect">
            <a:avLst/>
          </a:prstGeom>
          <a:solidFill>
            <a:srgbClr val="FAF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1: Kickoff y baseline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2: Setup técnico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3: Negociar costos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4: Motor reglas v1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74320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325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 Full + Tracking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1828800"/>
            <a:ext cx="2743200" cy="2468880"/>
          </a:xfrm>
          <a:prstGeom prst="rect">
            <a:avLst/>
          </a:prstGeom>
          <a:solidFill>
            <a:srgbClr val="FAF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9659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5-6: Migrar 5 productos a Full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7: GA4 + dashboard Looker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8: Ajuste reglas v1.1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743200" cy="5486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325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+ Decisión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1828800"/>
            <a:ext cx="2743200" cy="2468880"/>
          </a:xfrm>
          <a:prstGeom prst="rect">
            <a:avLst/>
          </a:prstGeom>
          <a:solidFill>
            <a:srgbClr val="FAF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9659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9-10: Auto-aplicación parcial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11: Análisis de impacto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12: Decisión continuar/escalar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Health Check · ElectroChile · MercadoLibre Chile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medimos el éxito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KPIs medibles a 90 días, con baseline cuantificado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219456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90 días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 para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 de precio mínimo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repricing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 en MELI 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logística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 total mensual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$1.4M CLP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$1.6M-$1.8M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ROI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Recomendaciones aplicadas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adherencia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rate (con tracking)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Establecer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Health Check · ElectroChile · MercadoLibre Chile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mitigaciones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 salir mal — y cómo lo manejamos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777240"/>
          </a:xfrm>
          <a:prstGeom prst="rect">
            <a:avLst/>
          </a:prstGeom>
          <a:solidFill>
            <a:srgbClr val="FAF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logra renegociar costos con proveedores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repricing solo a productos donde el costo es competitivo. Excluir SKUs sin margen.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89520" y="1481328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14813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8412480" cy="777240"/>
          </a:xfrm>
          <a:prstGeom prst="rect">
            <a:avLst/>
          </a:prstGeom>
          <a:solidFill>
            <a:srgbClr val="FAF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40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deja de aprobar recomendaciones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328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frecuencia: alertas → resúmenes semanales. Auto-aplicar cambios menores tras 30 días.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2350008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23500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8412480" cy="777240"/>
          </a:xfrm>
          <a:prstGeom prst="rect">
            <a:avLst/>
          </a:prstGeom>
          <a:solidFill>
            <a:srgbClr val="FAF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08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 cambia política del catálogo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015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flexibilidad para pivotar a listings sueltos. Re-baseline cada 30 días.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3218688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32186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8412480" cy="777240"/>
          </a:xfrm>
          <a:prstGeom prst="rect">
            <a:avLst/>
          </a:prstGeom>
          <a:solidFill>
            <a:srgbClr val="FAF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 distorsiona métricas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2702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contra mismo periodo año anterior si hay data. Marcar Cyber/Navidad como períodos atípicos.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4087368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4087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Health Check · ElectroChile · MercadoLibre Chile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disponibilidad de costos de adquisición por SKU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contraparte interna (1-2 hrs por semana)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acceso de lectura del consultor a la cuenta MELI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063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Calendarizar reunión de kickoff (90 minutos)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Pradenas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Pricing · Concepción, Chile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github.com/JulioPradenas/pricing-health-check-mlc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Pricing Health Check MLC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Pricing Health Check ElectroChile</dc:title>
  <dc:subject>PptxGenJS Presentation</dc:subject>
  <dc:creator>Julio Pradenas</dc:creator>
  <cp:lastModifiedBy>Julio Pradenas</cp:lastModifiedBy>
  <cp:revision>1</cp:revision>
  <dcterms:created xsi:type="dcterms:W3CDTF">2026-05-08T18:22:47Z</dcterms:created>
  <dcterms:modified xsi:type="dcterms:W3CDTF">2026-05-08T18:22:47Z</dcterms:modified>
</cp:coreProperties>
</file>